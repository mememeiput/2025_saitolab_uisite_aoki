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58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5AC3AE-85B4-0F18-CB4B-0EDD1119C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F3F4F0-F6CD-07CF-F886-8F3AD846B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2961EA-62CF-3B5E-9F54-A033D679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672660-9BEA-B874-6B7B-A9BF092C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7D3292-404A-67D1-6416-3FF1664B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121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D7D7E-8CFC-D2D0-9BD9-EBBC1EB5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AE6E0A-0924-4CA7-3A89-45083AF3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B5681-DE65-5F5F-F717-BBE86425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4E5515-ED24-FF73-4F48-66027F63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3F7A4D-D8AD-848D-C554-440FF813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88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DDB8A-BA7E-272B-0D47-241DF719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B484E-0456-4FE2-72DF-89278F16B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69794A-0736-0A83-E805-258E0218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5CA248-4AD8-804E-0241-076702AF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697F78-8E6F-A605-2C08-BC34CD9A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33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B7C2A-EAB2-B6A6-41E1-5BEAA06F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91A311-5701-2D70-1B9F-EB9F013F4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5B1A4B-11BA-FBD2-3FAB-5BD0027CA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783A1-AA73-470B-9933-7CF7922A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82BFAF-5064-131B-B912-52F924CB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26C909-F26C-1E7B-F043-E696A2DF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28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A4358C-55AC-ED19-5BB7-24783770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44320F-DC41-6ECB-E785-9D55D546F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115E3D-3FEE-9875-9FFB-69F94FB58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888225-CA8A-3C21-08D9-591ED9F78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AC548E-4186-B9E9-636A-CADA03DA0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E7B3ED-732B-71E6-7933-1006063F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C3F602-BDBA-BCB9-4118-995DC9A7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FC774-CD21-065C-6C58-32076FF8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40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75B64-E865-3F5B-ADFA-5F833CF3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8ADBE1-536C-3EAF-0E80-F220D2B7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C5113F-5463-47FC-BF96-43CF265F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118955-6F66-8390-85DE-D5AF7D95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80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891D12-83FD-DB56-ED79-2D8DDBBA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86AAF2-62FB-03F7-9A22-1DDA14E3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52AED5-DE53-96BA-EB10-1CDFB1EF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93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ABB85-0B41-718A-453B-1CBEF080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077942-5595-0DA3-ADEE-B5BC01CA9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827F56-5257-8E66-E24A-F869E82FE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109699-5287-DCA0-1C58-03690C56D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5BB6A-B3A2-ADDD-A4A7-1E8AD0F2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F1DF16-A954-F2C2-0908-BF59225D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79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D3134-F526-18A2-995C-D6A9D83F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D19155-AADC-3A11-8ABD-B69C18D12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7F8060-E336-D7FD-CA18-1383DDB8F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BEAC7E-A500-9439-1E0B-110336C7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789CC9-D66E-AF11-88E0-EDBB8F7AE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B70AC4-4DE9-3A0A-973B-FFB3F27A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47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032EE-006D-2AED-62CC-19104060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9C525C-3286-05E8-4CC4-C3F81A51B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65796C-4CAF-D3DF-74CA-1092D648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8EF65D-92F9-065E-E882-880B8FA7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525272-C3ED-19EB-ECEA-722A83AA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28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5A1803-9A47-4EC1-0C1D-549472479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0E9F2A-FEB5-F024-D32C-928D723B2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00968-C843-8C75-78F5-B3644D4A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E9322F-01C7-AF4A-93E4-7C5096A9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F709CD-70F2-2630-6820-11FEA2F5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77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AB43F1-35E3-72EA-36A3-691091D6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8E6355-7D30-4C5B-FB80-DF4C6365E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540EB-ABB2-DE8C-8159-F48CB547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8519F-5B6E-4D93-8474-26F292B7D352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AEA4DA-6F0E-665E-BC86-1AA656F8E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315732-A83C-2FE9-0727-AF0E9352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23B0F-0425-42FD-AFC9-E36B573CAC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79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3EFBD215-63D2-E87F-30AA-831ED6ADD408}"/>
              </a:ext>
            </a:extLst>
          </p:cNvPr>
          <p:cNvGrpSpPr/>
          <p:nvPr/>
        </p:nvGrpSpPr>
        <p:grpSpPr>
          <a:xfrm>
            <a:off x="974455" y="1282383"/>
            <a:ext cx="4283088" cy="4293234"/>
            <a:chOff x="3376871" y="1401782"/>
            <a:chExt cx="4283088" cy="4293234"/>
          </a:xfrm>
        </p:grpSpPr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0A70E54F-056A-C1C0-BF8F-1770A984650C}"/>
                </a:ext>
              </a:extLst>
            </p:cNvPr>
            <p:cNvSpPr/>
            <p:nvPr/>
          </p:nvSpPr>
          <p:spPr>
            <a:xfrm>
              <a:off x="3376871" y="1411928"/>
              <a:ext cx="4283088" cy="4283088"/>
            </a:xfrm>
            <a:custGeom>
              <a:avLst/>
              <a:gdLst>
                <a:gd name="csX0" fmla="*/ 2141331 w 4283087"/>
                <a:gd name="csY0" fmla="*/ -75 h 4283087"/>
                <a:gd name="csX1" fmla="*/ 4282875 w 4283087"/>
                <a:gd name="csY1" fmla="*/ 2141469 h 4283087"/>
                <a:gd name="csX2" fmla="*/ 2141331 w 4283087"/>
                <a:gd name="csY2" fmla="*/ 4283013 h 4283087"/>
                <a:gd name="csX3" fmla="*/ -213 w 4283087"/>
                <a:gd name="csY3" fmla="*/ 2141469 h 4283087"/>
                <a:gd name="csX4" fmla="*/ 2141331 w 4283087"/>
                <a:gd name="csY4" fmla="*/ -75 h 4283087"/>
                <a:gd name="csX5" fmla="*/ 2141331 w 4283087"/>
                <a:gd name="csY5" fmla="*/ 2141469 h 4283087"/>
                <a:gd name="csX0" fmla="*/ 2141544 w 4283088"/>
                <a:gd name="csY0" fmla="*/ 2141544 h 4283088"/>
                <a:gd name="csX1" fmla="*/ 2141544 w 4283088"/>
                <a:gd name="csY1" fmla="*/ 0 h 4283088"/>
                <a:gd name="csX2" fmla="*/ 4283088 w 4283088"/>
                <a:gd name="csY2" fmla="*/ 2141544 h 4283088"/>
                <a:gd name="csX3" fmla="*/ 2141544 w 4283088"/>
                <a:gd name="csY3" fmla="*/ 4283088 h 4283088"/>
                <a:gd name="csX4" fmla="*/ 0 w 4283088"/>
                <a:gd name="csY4" fmla="*/ 2141544 h 4283088"/>
                <a:gd name="csX5" fmla="*/ 2141544 w 4283088"/>
                <a:gd name="csY5" fmla="*/ 0 h 4283088"/>
                <a:gd name="csX6" fmla="*/ 2232984 w 4283088"/>
                <a:gd name="csY6" fmla="*/ 2232984 h 4283088"/>
                <a:gd name="csX0" fmla="*/ 2141544 w 4283088"/>
                <a:gd name="csY0" fmla="*/ 2141544 h 4283088"/>
                <a:gd name="csX1" fmla="*/ 2141544 w 4283088"/>
                <a:gd name="csY1" fmla="*/ 0 h 4283088"/>
                <a:gd name="csX2" fmla="*/ 4283088 w 4283088"/>
                <a:gd name="csY2" fmla="*/ 2141544 h 4283088"/>
                <a:gd name="csX3" fmla="*/ 2141544 w 4283088"/>
                <a:gd name="csY3" fmla="*/ 4283088 h 4283088"/>
                <a:gd name="csX4" fmla="*/ 0 w 4283088"/>
                <a:gd name="csY4" fmla="*/ 2141544 h 4283088"/>
                <a:gd name="csX5" fmla="*/ 2141544 w 4283088"/>
                <a:gd name="csY5" fmla="*/ 0 h 4283088"/>
                <a:gd name="csX0" fmla="*/ 2141544 w 4283088"/>
                <a:gd name="csY0" fmla="*/ 0 h 4283088"/>
                <a:gd name="csX1" fmla="*/ 4283088 w 4283088"/>
                <a:gd name="csY1" fmla="*/ 2141544 h 4283088"/>
                <a:gd name="csX2" fmla="*/ 2141544 w 4283088"/>
                <a:gd name="csY2" fmla="*/ 4283088 h 4283088"/>
                <a:gd name="csX3" fmla="*/ 0 w 4283088"/>
                <a:gd name="csY3" fmla="*/ 2141544 h 4283088"/>
                <a:gd name="csX4" fmla="*/ 2141544 w 4283088"/>
                <a:gd name="csY4" fmla="*/ 0 h 4283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83088" h="4283088">
                  <a:moveTo>
                    <a:pt x="2141544" y="0"/>
                  </a:moveTo>
                  <a:cubicBezTo>
                    <a:pt x="3324282" y="0"/>
                    <a:pt x="4283088" y="958806"/>
                    <a:pt x="4283088" y="2141544"/>
                  </a:cubicBezTo>
                  <a:cubicBezTo>
                    <a:pt x="4283088" y="3324282"/>
                    <a:pt x="3324282" y="4283088"/>
                    <a:pt x="2141544" y="4283088"/>
                  </a:cubicBezTo>
                  <a:cubicBezTo>
                    <a:pt x="958806" y="4283088"/>
                    <a:pt x="0" y="3324282"/>
                    <a:pt x="0" y="2141544"/>
                  </a:cubicBezTo>
                  <a:cubicBezTo>
                    <a:pt x="0" y="958806"/>
                    <a:pt x="958806" y="0"/>
                    <a:pt x="2141544" y="0"/>
                  </a:cubicBezTo>
                </a:path>
              </a:pathLst>
            </a:custGeom>
            <a:noFill/>
            <a:ln w="63500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782CD88C-BDFA-4B2E-A6C8-C32E0E8734F0}"/>
                </a:ext>
              </a:extLst>
            </p:cNvPr>
            <p:cNvSpPr/>
            <p:nvPr/>
          </p:nvSpPr>
          <p:spPr>
            <a:xfrm>
              <a:off x="3785875" y="1401782"/>
              <a:ext cx="3874084" cy="4293234"/>
            </a:xfrm>
            <a:custGeom>
              <a:avLst/>
              <a:gdLst>
                <a:gd name="csX0" fmla="*/ 1732328 w 3874084"/>
                <a:gd name="csY0" fmla="*/ -75 h 4283087"/>
                <a:gd name="csX1" fmla="*/ 3873871 w 3874084"/>
                <a:gd name="csY1" fmla="*/ 2141469 h 4283087"/>
                <a:gd name="csX2" fmla="*/ 1732328 w 3874084"/>
                <a:gd name="csY2" fmla="*/ 4283013 h 4283087"/>
                <a:gd name="csX3" fmla="*/ -213 w 3874084"/>
                <a:gd name="csY3" fmla="*/ 3400236 h 4283087"/>
                <a:gd name="csX4" fmla="*/ 1732328 w 3874084"/>
                <a:gd name="csY4" fmla="*/ 2141469 h 4283087"/>
                <a:gd name="csX0" fmla="*/ 1732541 w 3874084"/>
                <a:gd name="csY0" fmla="*/ 2141544 h 4283088"/>
                <a:gd name="csX1" fmla="*/ 1732541 w 3874084"/>
                <a:gd name="csY1" fmla="*/ 0 h 4283088"/>
                <a:gd name="csX2" fmla="*/ 3874084 w 3874084"/>
                <a:gd name="csY2" fmla="*/ 2141544 h 4283088"/>
                <a:gd name="csX3" fmla="*/ 1732541 w 3874084"/>
                <a:gd name="csY3" fmla="*/ 4283088 h 4283088"/>
                <a:gd name="csX4" fmla="*/ 0 w 3874084"/>
                <a:gd name="csY4" fmla="*/ 3400311 h 4283088"/>
                <a:gd name="csX5" fmla="*/ 1823981 w 3874084"/>
                <a:gd name="csY5" fmla="*/ 2232984 h 4283088"/>
                <a:gd name="csX0" fmla="*/ 1732541 w 3874084"/>
                <a:gd name="csY0" fmla="*/ 0 h 4283088"/>
                <a:gd name="csX1" fmla="*/ 3874084 w 3874084"/>
                <a:gd name="csY1" fmla="*/ 2141544 h 4283088"/>
                <a:gd name="csX2" fmla="*/ 1732541 w 3874084"/>
                <a:gd name="csY2" fmla="*/ 4283088 h 4283088"/>
                <a:gd name="csX3" fmla="*/ 0 w 3874084"/>
                <a:gd name="csY3" fmla="*/ 3400311 h 4283088"/>
                <a:gd name="csX4" fmla="*/ 1823981 w 3874084"/>
                <a:gd name="csY4" fmla="*/ 2232984 h 4283088"/>
                <a:gd name="csX0" fmla="*/ 1732541 w 3874084"/>
                <a:gd name="csY0" fmla="*/ 0 h 4283088"/>
                <a:gd name="csX1" fmla="*/ 3874084 w 3874084"/>
                <a:gd name="csY1" fmla="*/ 2141544 h 4283088"/>
                <a:gd name="csX2" fmla="*/ 1732541 w 3874084"/>
                <a:gd name="csY2" fmla="*/ 4283088 h 4283088"/>
                <a:gd name="csX3" fmla="*/ 0 w 3874084"/>
                <a:gd name="csY3" fmla="*/ 3400311 h 4283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74084" h="4283088">
                  <a:moveTo>
                    <a:pt x="1732541" y="0"/>
                  </a:moveTo>
                  <a:cubicBezTo>
                    <a:pt x="2915279" y="0"/>
                    <a:pt x="3874084" y="958796"/>
                    <a:pt x="3874084" y="2141544"/>
                  </a:cubicBezTo>
                  <a:cubicBezTo>
                    <a:pt x="3874084" y="3324282"/>
                    <a:pt x="2915279" y="4283088"/>
                    <a:pt x="1732541" y="4283088"/>
                  </a:cubicBezTo>
                  <a:cubicBezTo>
                    <a:pt x="1047027" y="4283088"/>
                    <a:pt x="402936" y="3954904"/>
                    <a:pt x="0" y="3400311"/>
                  </a:cubicBezTo>
                </a:path>
              </a:pathLst>
            </a:custGeom>
            <a:noFill/>
            <a:ln w="635000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896FF47-A4AB-4CF4-3FA6-2251DA888522}"/>
              </a:ext>
            </a:extLst>
          </p:cNvPr>
          <p:cNvSpPr txBox="1"/>
          <p:nvPr/>
        </p:nvSpPr>
        <p:spPr>
          <a:xfrm>
            <a:off x="1772050" y="2382559"/>
            <a:ext cx="300595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000" dirty="0">
                <a:solidFill>
                  <a:schemeClr val="accent1"/>
                </a:solidFill>
                <a:latin typeface="M PLUS 1 Code SemiBold" pitchFamily="2" charset="-128"/>
                <a:ea typeface="M PLUS 1 Code SemiBold" pitchFamily="2" charset="-128"/>
              </a:rPr>
              <a:t>65</a:t>
            </a:r>
            <a:r>
              <a:rPr kumimoji="1" lang="ja-JP" altLang="en-US" sz="9000" dirty="0">
                <a:solidFill>
                  <a:schemeClr val="accent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Cascadia Code SemiBold" panose="020B0609020000020004" pitchFamily="49" charset="0"/>
              </a:rPr>
              <a:t>％</a:t>
            </a: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EC4A90B5-90EB-D491-1D18-AEF2C83516B8}"/>
              </a:ext>
            </a:extLst>
          </p:cNvPr>
          <p:cNvGrpSpPr/>
          <p:nvPr/>
        </p:nvGrpSpPr>
        <p:grpSpPr>
          <a:xfrm>
            <a:off x="7836675" y="1852284"/>
            <a:ext cx="3215638" cy="3153432"/>
            <a:chOff x="7039897" y="1464152"/>
            <a:chExt cx="4007213" cy="3929693"/>
          </a:xfrm>
        </p:grpSpPr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A7BD7403-780A-52C4-0173-CB2AA14CDAC9}"/>
                </a:ext>
              </a:extLst>
            </p:cNvPr>
            <p:cNvSpPr/>
            <p:nvPr/>
          </p:nvSpPr>
          <p:spPr>
            <a:xfrm>
              <a:off x="8585835" y="1464152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748" tIns="146748" rIns="146748" bIns="146748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1000" kern="1200" dirty="0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2C720545-D613-FB73-7A82-7FF1042D1AB1}"/>
                </a:ext>
              </a:extLst>
            </p:cNvPr>
            <p:cNvSpPr/>
            <p:nvPr/>
          </p:nvSpPr>
          <p:spPr>
            <a:xfrm>
              <a:off x="9825580" y="2061182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748" tIns="146748" rIns="146748" bIns="146748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1000" kern="1200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D2326477-B3B7-E459-58DD-ACA4174A5104}"/>
                </a:ext>
              </a:extLst>
            </p:cNvPr>
            <p:cNvSpPr/>
            <p:nvPr/>
          </p:nvSpPr>
          <p:spPr>
            <a:xfrm>
              <a:off x="10131772" y="3402696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748" tIns="146748" rIns="146748" bIns="146748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1000" kern="12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DD6F191A-0579-89F5-BC7B-D05CA2EBF22F}"/>
                </a:ext>
              </a:extLst>
            </p:cNvPr>
            <p:cNvSpPr/>
            <p:nvPr/>
          </p:nvSpPr>
          <p:spPr>
            <a:xfrm>
              <a:off x="9273842" y="4478507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748" tIns="146748" rIns="146748" bIns="146748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1000" kern="12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45A6BFD2-F88A-5230-1F15-0B99D14A4A8B}"/>
                </a:ext>
              </a:extLst>
            </p:cNvPr>
            <p:cNvSpPr/>
            <p:nvPr/>
          </p:nvSpPr>
          <p:spPr>
            <a:xfrm>
              <a:off x="7897828" y="4478507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748" tIns="146748" rIns="146748" bIns="146748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1000" kern="1200"/>
            </a:p>
          </p:txBody>
        </p:sp>
        <p:sp>
          <p:nvSpPr>
            <p:cNvPr id="53" name="フリーフォーム: 図形 52">
              <a:extLst>
                <a:ext uri="{FF2B5EF4-FFF2-40B4-BE49-F238E27FC236}">
                  <a16:creationId xmlns:a16="http://schemas.microsoft.com/office/drawing/2014/main" id="{1C2296C3-F48C-68E2-0A20-FB0461B5EA0B}"/>
                </a:ext>
              </a:extLst>
            </p:cNvPr>
            <p:cNvSpPr/>
            <p:nvPr/>
          </p:nvSpPr>
          <p:spPr>
            <a:xfrm>
              <a:off x="7039897" y="3402696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0878" tIns="170878" rIns="170878" bIns="170878" numCol="1" spcCol="1270" anchor="ctr" anchorCtr="0">
              <a:noAutofit/>
            </a:bodyPr>
            <a:lstStyle/>
            <a:p>
              <a:pPr marL="0" lvl="0" indent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2900" kern="1200"/>
            </a:p>
          </p:txBody>
        </p:sp>
        <p:sp>
          <p:nvSpPr>
            <p:cNvPr id="55" name="フリーフォーム: 図形 54">
              <a:extLst>
                <a:ext uri="{FF2B5EF4-FFF2-40B4-BE49-F238E27FC236}">
                  <a16:creationId xmlns:a16="http://schemas.microsoft.com/office/drawing/2014/main" id="{2FB0C18D-BD22-2775-A1FE-C1B2564234EB}"/>
                </a:ext>
              </a:extLst>
            </p:cNvPr>
            <p:cNvSpPr/>
            <p:nvPr/>
          </p:nvSpPr>
          <p:spPr>
            <a:xfrm>
              <a:off x="7346089" y="2061182"/>
              <a:ext cx="915338" cy="915338"/>
            </a:xfrm>
            <a:custGeom>
              <a:avLst/>
              <a:gdLst>
                <a:gd name="csX0" fmla="*/ 0 w 915338"/>
                <a:gd name="csY0" fmla="*/ 457669 h 915338"/>
                <a:gd name="csX1" fmla="*/ 457669 w 915338"/>
                <a:gd name="csY1" fmla="*/ 0 h 915338"/>
                <a:gd name="csX2" fmla="*/ 915338 w 915338"/>
                <a:gd name="csY2" fmla="*/ 457669 h 915338"/>
                <a:gd name="csX3" fmla="*/ 457669 w 915338"/>
                <a:gd name="csY3" fmla="*/ 915338 h 915338"/>
                <a:gd name="csX4" fmla="*/ 0 w 915338"/>
                <a:gd name="csY4" fmla="*/ 457669 h 915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15338" h="915338">
                  <a:moveTo>
                    <a:pt x="0" y="457669"/>
                  </a:moveTo>
                  <a:cubicBezTo>
                    <a:pt x="0" y="204905"/>
                    <a:pt x="204905" y="0"/>
                    <a:pt x="457669" y="0"/>
                  </a:cubicBezTo>
                  <a:cubicBezTo>
                    <a:pt x="710433" y="0"/>
                    <a:pt x="915338" y="204905"/>
                    <a:pt x="915338" y="457669"/>
                  </a:cubicBezTo>
                  <a:cubicBezTo>
                    <a:pt x="915338" y="710433"/>
                    <a:pt x="710433" y="915338"/>
                    <a:pt x="457669" y="915338"/>
                  </a:cubicBezTo>
                  <a:cubicBezTo>
                    <a:pt x="204905" y="915338"/>
                    <a:pt x="0" y="710433"/>
                    <a:pt x="0" y="45766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0878" tIns="170878" rIns="170878" bIns="170878" numCol="1" spcCol="1270" anchor="ctr" anchorCtr="0">
              <a:noAutofit/>
            </a:bodyPr>
            <a:lstStyle/>
            <a:p>
              <a:pPr marL="0" lvl="0" indent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29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70330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HGS創英角ｺﾞｼｯｸUB</vt:lpstr>
      <vt:lpstr>M PLUS 1 Code SemiBold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芽生 青木</dc:creator>
  <cp:lastModifiedBy>芽生 青木</cp:lastModifiedBy>
  <cp:revision>1</cp:revision>
  <dcterms:created xsi:type="dcterms:W3CDTF">2025-12-13T17:49:11Z</dcterms:created>
  <dcterms:modified xsi:type="dcterms:W3CDTF">2025-12-13T18:19:45Z</dcterms:modified>
</cp:coreProperties>
</file>